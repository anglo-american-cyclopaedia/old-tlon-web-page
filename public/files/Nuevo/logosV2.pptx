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380"/>
    <p:restoredTop sz="85166"/>
  </p:normalViewPr>
  <p:slideViewPr>
    <p:cSldViewPr snapToGrid="0" snapToObjects="1">
      <p:cViewPr>
        <p:scale>
          <a:sx n="67" d="100"/>
          <a:sy n="67" d="100"/>
        </p:scale>
        <p:origin x="144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59838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5198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623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0239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343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0892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909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79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7326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6238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845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E89A4-2DE2-5F46-95DD-EB3D669C60CD}" type="datetimeFigureOut">
              <a:rPr lang="es-ES_tradnl" smtClean="0"/>
              <a:t>16/5/17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D291A-15C9-D343-9A72-DD2014E8393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539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4016317" y="3034385"/>
            <a:ext cx="1065677" cy="1065677"/>
            <a:chOff x="8055607" y="2313313"/>
            <a:chExt cx="1420902" cy="1420902"/>
          </a:xfrm>
        </p:grpSpPr>
        <p:grpSp>
          <p:nvGrpSpPr>
            <p:cNvPr id="5" name="Agrupar 4"/>
            <p:cNvGrpSpPr/>
            <p:nvPr/>
          </p:nvGrpSpPr>
          <p:grpSpPr>
            <a:xfrm>
              <a:off x="8615323" y="2628006"/>
              <a:ext cx="344444" cy="1073776"/>
              <a:chOff x="7582223" y="3333677"/>
              <a:chExt cx="344444" cy="1073776"/>
            </a:xfrm>
          </p:grpSpPr>
          <p:sp>
            <p:nvSpPr>
              <p:cNvPr id="8" name="Recortar rectángulo de esquina sencilla 7"/>
              <p:cNvSpPr/>
              <p:nvPr/>
            </p:nvSpPr>
            <p:spPr>
              <a:xfrm>
                <a:off x="7848017" y="3568557"/>
                <a:ext cx="78650" cy="838896"/>
              </a:xfrm>
              <a:prstGeom prst="snip1Rect">
                <a:avLst>
                  <a:gd name="adj" fmla="val 50000"/>
                </a:avLst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9" name="Recortar rectángulo de esquina sencilla 8"/>
              <p:cNvSpPr/>
              <p:nvPr/>
            </p:nvSpPr>
            <p:spPr>
              <a:xfrm>
                <a:off x="7764066" y="3333677"/>
                <a:ext cx="72521" cy="1071838"/>
              </a:xfrm>
              <a:prstGeom prst="snip1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0" name="Recortar rectángulo de esquina sencilla 9"/>
              <p:cNvSpPr/>
              <p:nvPr/>
            </p:nvSpPr>
            <p:spPr>
              <a:xfrm>
                <a:off x="7667495" y="3333677"/>
                <a:ext cx="85141" cy="1071838"/>
              </a:xfrm>
              <a:prstGeom prst="snip1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  <a:scene3d>
                <a:camera prst="orthographicFront">
                  <a:rot lat="0" lon="1079998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1" name="Recortar rectángulo de esquina sencilla 10"/>
              <p:cNvSpPr/>
              <p:nvPr/>
            </p:nvSpPr>
            <p:spPr>
              <a:xfrm>
                <a:off x="7582223" y="3568556"/>
                <a:ext cx="77028" cy="836959"/>
              </a:xfrm>
              <a:prstGeom prst="snip1Rect">
                <a:avLst>
                  <a:gd name="adj" fmla="val 50000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scene3d>
                <a:camera prst="orthographicFront">
                  <a:rot lat="0" lon="1079998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</p:grpSp>
        <p:sp>
          <p:nvSpPr>
            <p:cNvPr id="6" name="Elipse 5"/>
            <p:cNvSpPr/>
            <p:nvPr/>
          </p:nvSpPr>
          <p:spPr>
            <a:xfrm>
              <a:off x="8055607" y="2313313"/>
              <a:ext cx="1420902" cy="142090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  <p:sp>
          <p:nvSpPr>
            <p:cNvPr id="7" name="Elipse 6"/>
            <p:cNvSpPr/>
            <p:nvPr/>
          </p:nvSpPr>
          <p:spPr>
            <a:xfrm>
              <a:off x="8113007" y="2368535"/>
              <a:ext cx="1316203" cy="1316203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</p:grpSp>
      <p:grpSp>
        <p:nvGrpSpPr>
          <p:cNvPr id="26" name="Agrupar 25"/>
          <p:cNvGrpSpPr/>
          <p:nvPr/>
        </p:nvGrpSpPr>
        <p:grpSpPr>
          <a:xfrm>
            <a:off x="444284" y="3118874"/>
            <a:ext cx="1065677" cy="1065677"/>
            <a:chOff x="5145813" y="4640394"/>
            <a:chExt cx="1420902" cy="1420902"/>
          </a:xfrm>
        </p:grpSpPr>
        <p:grpSp>
          <p:nvGrpSpPr>
            <p:cNvPr id="27" name="Agrupar 26"/>
            <p:cNvGrpSpPr/>
            <p:nvPr/>
          </p:nvGrpSpPr>
          <p:grpSpPr>
            <a:xfrm>
              <a:off x="5371861" y="4870613"/>
              <a:ext cx="781946" cy="827523"/>
              <a:chOff x="2501202" y="2537017"/>
              <a:chExt cx="1439131" cy="1523012"/>
            </a:xfrm>
          </p:grpSpPr>
          <p:sp>
            <p:nvSpPr>
              <p:cNvPr id="30" name="Elipse 29"/>
              <p:cNvSpPr/>
              <p:nvPr/>
            </p:nvSpPr>
            <p:spPr>
              <a:xfrm>
                <a:off x="2501202" y="3287439"/>
                <a:ext cx="509579" cy="50304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31" name="Elipse 30"/>
              <p:cNvSpPr/>
              <p:nvPr/>
            </p:nvSpPr>
            <p:spPr>
              <a:xfrm>
                <a:off x="3290042" y="3533463"/>
                <a:ext cx="233135" cy="230145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32" name="Elipse 31"/>
              <p:cNvSpPr/>
              <p:nvPr/>
            </p:nvSpPr>
            <p:spPr>
              <a:xfrm>
                <a:off x="3290042" y="2537017"/>
                <a:ext cx="376036" cy="3712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33" name="Elipse 32"/>
              <p:cNvSpPr/>
              <p:nvPr/>
            </p:nvSpPr>
            <p:spPr>
              <a:xfrm>
                <a:off x="3050039" y="2972359"/>
                <a:ext cx="186496" cy="184104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34" name="Elipse 33"/>
              <p:cNvSpPr/>
              <p:nvPr/>
            </p:nvSpPr>
            <p:spPr>
              <a:xfrm>
                <a:off x="3648135" y="3174702"/>
                <a:ext cx="186496" cy="184104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35" name="Elipse 34"/>
              <p:cNvSpPr/>
              <p:nvPr/>
            </p:nvSpPr>
            <p:spPr>
              <a:xfrm>
                <a:off x="3010781" y="3875925"/>
                <a:ext cx="117420" cy="115914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36" name="Elipse 35"/>
              <p:cNvSpPr/>
              <p:nvPr/>
            </p:nvSpPr>
            <p:spPr>
              <a:xfrm>
                <a:off x="3822913" y="3524036"/>
                <a:ext cx="117420" cy="115914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37" name="Conector recto 36"/>
              <p:cNvCxnSpPr/>
              <p:nvPr/>
            </p:nvCxnSpPr>
            <p:spPr>
              <a:xfrm flipV="1">
                <a:off x="2936155" y="3129502"/>
                <a:ext cx="141196" cy="23160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8" name="Conector recto 37"/>
              <p:cNvCxnSpPr/>
              <p:nvPr/>
            </p:nvCxnSpPr>
            <p:spPr>
              <a:xfrm>
                <a:off x="3010781" y="3538961"/>
                <a:ext cx="279261" cy="1095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9" name="Conector recto 38"/>
              <p:cNvCxnSpPr/>
              <p:nvPr/>
            </p:nvCxnSpPr>
            <p:spPr>
              <a:xfrm flipH="1" flipV="1">
                <a:off x="3741383" y="3358806"/>
                <a:ext cx="98726" cy="1822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0" name="Conector recto 39"/>
              <p:cNvCxnSpPr/>
              <p:nvPr/>
            </p:nvCxnSpPr>
            <p:spPr>
              <a:xfrm flipV="1">
                <a:off x="3406610" y="2908230"/>
                <a:ext cx="71450" cy="6252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1" name="Conector recto 40"/>
              <p:cNvCxnSpPr/>
              <p:nvPr/>
            </p:nvCxnSpPr>
            <p:spPr>
              <a:xfrm flipV="1">
                <a:off x="3666078" y="3622975"/>
                <a:ext cx="174031" cy="2529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42" name="Elipse 41"/>
              <p:cNvSpPr/>
              <p:nvPr/>
            </p:nvSpPr>
            <p:spPr>
              <a:xfrm>
                <a:off x="3572830" y="3875925"/>
                <a:ext cx="186496" cy="184104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</p:grpSp>
        <p:sp>
          <p:nvSpPr>
            <p:cNvPr id="28" name="Elipse 27"/>
            <p:cNvSpPr/>
            <p:nvPr/>
          </p:nvSpPr>
          <p:spPr>
            <a:xfrm>
              <a:off x="5145813" y="4640394"/>
              <a:ext cx="1420902" cy="142090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  <p:sp>
          <p:nvSpPr>
            <p:cNvPr id="29" name="Elipse 28"/>
            <p:cNvSpPr/>
            <p:nvPr/>
          </p:nvSpPr>
          <p:spPr>
            <a:xfrm>
              <a:off x="5198162" y="4692485"/>
              <a:ext cx="1316203" cy="1316203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</p:grpSp>
      <p:grpSp>
        <p:nvGrpSpPr>
          <p:cNvPr id="58" name="Agrupar 57"/>
          <p:cNvGrpSpPr/>
          <p:nvPr/>
        </p:nvGrpSpPr>
        <p:grpSpPr>
          <a:xfrm>
            <a:off x="7583670" y="1294098"/>
            <a:ext cx="1065677" cy="1065677"/>
            <a:chOff x="2180075" y="3952036"/>
            <a:chExt cx="1420902" cy="1420902"/>
          </a:xfrm>
        </p:grpSpPr>
        <p:grpSp>
          <p:nvGrpSpPr>
            <p:cNvPr id="59" name="Agrupar 58"/>
            <p:cNvGrpSpPr/>
            <p:nvPr/>
          </p:nvGrpSpPr>
          <p:grpSpPr>
            <a:xfrm>
              <a:off x="2440034" y="4125755"/>
              <a:ext cx="1029003" cy="1011260"/>
              <a:chOff x="3006998" y="5039408"/>
              <a:chExt cx="1673017" cy="1644169"/>
            </a:xfrm>
          </p:grpSpPr>
          <p:sp>
            <p:nvSpPr>
              <p:cNvPr id="62" name="Elipse 61"/>
              <p:cNvSpPr/>
              <p:nvPr/>
            </p:nvSpPr>
            <p:spPr>
              <a:xfrm>
                <a:off x="3006998" y="5396565"/>
                <a:ext cx="1303735" cy="1287012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63" name="Elipse 62"/>
              <p:cNvSpPr/>
              <p:nvPr/>
            </p:nvSpPr>
            <p:spPr>
              <a:xfrm>
                <a:off x="4183518" y="5265803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64" name="Elipse 63"/>
              <p:cNvSpPr/>
              <p:nvPr/>
            </p:nvSpPr>
            <p:spPr>
              <a:xfrm>
                <a:off x="3471318" y="5589594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65" name="Elipse 64"/>
              <p:cNvSpPr/>
              <p:nvPr/>
            </p:nvSpPr>
            <p:spPr>
              <a:xfrm>
                <a:off x="4001765" y="6002984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66" name="Elipse 65"/>
              <p:cNvSpPr/>
              <p:nvPr/>
            </p:nvSpPr>
            <p:spPr>
              <a:xfrm>
                <a:off x="4493519" y="5784198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67" name="Elipse 66"/>
              <p:cNvSpPr/>
              <p:nvPr/>
            </p:nvSpPr>
            <p:spPr>
              <a:xfrm>
                <a:off x="3897410" y="6236537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68" name="Elipse 67"/>
              <p:cNvSpPr/>
              <p:nvPr/>
            </p:nvSpPr>
            <p:spPr>
              <a:xfrm>
                <a:off x="3651315" y="5204821"/>
                <a:ext cx="376036" cy="371213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69" name="Elipse 68"/>
              <p:cNvSpPr/>
              <p:nvPr/>
            </p:nvSpPr>
            <p:spPr>
              <a:xfrm>
                <a:off x="3890713" y="5565941"/>
                <a:ext cx="376036" cy="371213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70" name="Elipse 69"/>
              <p:cNvSpPr/>
              <p:nvPr/>
            </p:nvSpPr>
            <p:spPr>
              <a:xfrm>
                <a:off x="3491742" y="5867350"/>
                <a:ext cx="376036" cy="371213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71" name="Elipse 70"/>
              <p:cNvSpPr/>
              <p:nvPr/>
            </p:nvSpPr>
            <p:spPr>
              <a:xfrm>
                <a:off x="4404367" y="6241449"/>
                <a:ext cx="101332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2" name="Elipse 71"/>
              <p:cNvSpPr/>
              <p:nvPr/>
            </p:nvSpPr>
            <p:spPr>
              <a:xfrm>
                <a:off x="4044347" y="5117065"/>
                <a:ext cx="101332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3" name="Elipse 72"/>
              <p:cNvSpPr/>
              <p:nvPr/>
            </p:nvSpPr>
            <p:spPr>
              <a:xfrm>
                <a:off x="4409692" y="5501662"/>
                <a:ext cx="101332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4" name="Elipse 73"/>
              <p:cNvSpPr/>
              <p:nvPr/>
            </p:nvSpPr>
            <p:spPr>
              <a:xfrm>
                <a:off x="3393238" y="5239743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75" name="Elipse 74"/>
              <p:cNvSpPr/>
              <p:nvPr/>
            </p:nvSpPr>
            <p:spPr>
              <a:xfrm>
                <a:off x="3619889" y="5039408"/>
                <a:ext cx="101332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60" name="Elipse 59"/>
            <p:cNvSpPr/>
            <p:nvPr/>
          </p:nvSpPr>
          <p:spPr>
            <a:xfrm>
              <a:off x="2226199" y="4009186"/>
              <a:ext cx="1316203" cy="1316203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/>
            </a:p>
          </p:txBody>
        </p:sp>
        <p:sp>
          <p:nvSpPr>
            <p:cNvPr id="61" name="Elipse 60"/>
            <p:cNvSpPr/>
            <p:nvPr/>
          </p:nvSpPr>
          <p:spPr>
            <a:xfrm>
              <a:off x="2180075" y="3952036"/>
              <a:ext cx="1420902" cy="142090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/>
            </a:p>
          </p:txBody>
        </p:sp>
      </p:grpSp>
      <p:grpSp>
        <p:nvGrpSpPr>
          <p:cNvPr id="76" name="Agrupar 75"/>
          <p:cNvGrpSpPr/>
          <p:nvPr/>
        </p:nvGrpSpPr>
        <p:grpSpPr>
          <a:xfrm>
            <a:off x="7452320" y="4653136"/>
            <a:ext cx="1065677" cy="1065677"/>
            <a:chOff x="4546375" y="4205018"/>
            <a:chExt cx="1420902" cy="1420902"/>
          </a:xfrm>
        </p:grpSpPr>
        <p:grpSp>
          <p:nvGrpSpPr>
            <p:cNvPr id="77" name="Agrupar 76"/>
            <p:cNvGrpSpPr/>
            <p:nvPr/>
          </p:nvGrpSpPr>
          <p:grpSpPr>
            <a:xfrm>
              <a:off x="4879627" y="4406503"/>
              <a:ext cx="732626" cy="917455"/>
              <a:chOff x="3455189" y="5043757"/>
              <a:chExt cx="1268148" cy="1588080"/>
            </a:xfrm>
          </p:grpSpPr>
          <p:cxnSp>
            <p:nvCxnSpPr>
              <p:cNvPr id="80" name="Conector recto 79"/>
              <p:cNvCxnSpPr/>
              <p:nvPr/>
            </p:nvCxnSpPr>
            <p:spPr>
              <a:xfrm flipH="1">
                <a:off x="3654182" y="6252234"/>
                <a:ext cx="391291" cy="183162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Elipse 80"/>
              <p:cNvSpPr/>
              <p:nvPr/>
            </p:nvSpPr>
            <p:spPr>
              <a:xfrm>
                <a:off x="3483591" y="5374259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82" name="Elipse 81"/>
              <p:cNvSpPr/>
              <p:nvPr/>
            </p:nvSpPr>
            <p:spPr>
              <a:xfrm>
                <a:off x="4513522" y="5374259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83" name="Elipse 82"/>
              <p:cNvSpPr/>
              <p:nvPr/>
            </p:nvSpPr>
            <p:spPr>
              <a:xfrm>
                <a:off x="4015224" y="5613497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84" name="Elipse 83"/>
              <p:cNvSpPr/>
              <p:nvPr/>
            </p:nvSpPr>
            <p:spPr>
              <a:xfrm>
                <a:off x="4018161" y="6095091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85" name="Elipse 84"/>
              <p:cNvSpPr/>
              <p:nvPr/>
            </p:nvSpPr>
            <p:spPr>
              <a:xfrm>
                <a:off x="3994602" y="5043757"/>
                <a:ext cx="233135" cy="230145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86" name="Elipse 85"/>
              <p:cNvSpPr/>
              <p:nvPr/>
            </p:nvSpPr>
            <p:spPr>
              <a:xfrm>
                <a:off x="4490202" y="6401692"/>
                <a:ext cx="233135" cy="23014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87" name="Elipse 86"/>
              <p:cNvSpPr/>
              <p:nvPr/>
            </p:nvSpPr>
            <p:spPr>
              <a:xfrm>
                <a:off x="3455189" y="6401692"/>
                <a:ext cx="233135" cy="23014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88" name="Rectángulo 87"/>
              <p:cNvSpPr/>
              <p:nvPr/>
            </p:nvSpPr>
            <p:spPr>
              <a:xfrm>
                <a:off x="3773020" y="6227308"/>
                <a:ext cx="174092" cy="17409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89" name="Conector recto 88"/>
              <p:cNvCxnSpPr/>
              <p:nvPr/>
            </p:nvCxnSpPr>
            <p:spPr>
              <a:xfrm flipH="1">
                <a:off x="4201720" y="5531402"/>
                <a:ext cx="339114" cy="17414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Conector recto 89"/>
              <p:cNvCxnSpPr/>
              <p:nvPr/>
            </p:nvCxnSpPr>
            <p:spPr>
              <a:xfrm>
                <a:off x="3642775" y="5531402"/>
                <a:ext cx="372449" cy="17414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/>
              <p:cNvCxnSpPr/>
              <p:nvPr/>
            </p:nvCxnSpPr>
            <p:spPr>
              <a:xfrm>
                <a:off x="4177345" y="6252234"/>
                <a:ext cx="346999" cy="183162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Conector recto 91"/>
              <p:cNvCxnSpPr/>
              <p:nvPr/>
            </p:nvCxnSpPr>
            <p:spPr>
              <a:xfrm>
                <a:off x="4606770" y="5558363"/>
                <a:ext cx="0" cy="843329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/>
              <p:cNvCxnSpPr/>
              <p:nvPr/>
            </p:nvCxnSpPr>
            <p:spPr>
              <a:xfrm flipH="1">
                <a:off x="3571757" y="5558363"/>
                <a:ext cx="5082" cy="843329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/>
              <p:cNvCxnSpPr/>
              <p:nvPr/>
            </p:nvCxnSpPr>
            <p:spPr>
              <a:xfrm>
                <a:off x="4108472" y="5797601"/>
                <a:ext cx="2937" cy="29749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5" name="Rectángulo 94"/>
              <p:cNvSpPr/>
              <p:nvPr/>
            </p:nvSpPr>
            <p:spPr>
              <a:xfrm>
                <a:off x="3468937" y="5892981"/>
                <a:ext cx="174092" cy="17409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96" name="Rectángulo 95"/>
              <p:cNvSpPr/>
              <p:nvPr/>
            </p:nvSpPr>
            <p:spPr>
              <a:xfrm>
                <a:off x="4524344" y="5892981"/>
                <a:ext cx="174092" cy="174092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</p:grpSp>
        <p:sp>
          <p:nvSpPr>
            <p:cNvPr id="78" name="Elipse 77"/>
            <p:cNvSpPr/>
            <p:nvPr/>
          </p:nvSpPr>
          <p:spPr>
            <a:xfrm>
              <a:off x="4546375" y="4205018"/>
              <a:ext cx="1420902" cy="142090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  <p:sp>
          <p:nvSpPr>
            <p:cNvPr id="79" name="Elipse 78"/>
            <p:cNvSpPr/>
            <p:nvPr/>
          </p:nvSpPr>
          <p:spPr>
            <a:xfrm>
              <a:off x="4601502" y="4255478"/>
              <a:ext cx="1316203" cy="1316203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</p:grpSp>
      <p:grpSp>
        <p:nvGrpSpPr>
          <p:cNvPr id="97" name="Agrupar 96"/>
          <p:cNvGrpSpPr/>
          <p:nvPr/>
        </p:nvGrpSpPr>
        <p:grpSpPr>
          <a:xfrm>
            <a:off x="4010379" y="4750423"/>
            <a:ext cx="1065677" cy="1065677"/>
            <a:chOff x="4393408" y="3890518"/>
            <a:chExt cx="1420902" cy="1420902"/>
          </a:xfrm>
        </p:grpSpPr>
        <p:sp>
          <p:nvSpPr>
            <p:cNvPr id="98" name="Elipse 97"/>
            <p:cNvSpPr/>
            <p:nvPr/>
          </p:nvSpPr>
          <p:spPr>
            <a:xfrm>
              <a:off x="4448166" y="3942868"/>
              <a:ext cx="1316203" cy="1316203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  <p:sp>
          <p:nvSpPr>
            <p:cNvPr id="99" name="Elipse 98"/>
            <p:cNvSpPr/>
            <p:nvPr/>
          </p:nvSpPr>
          <p:spPr>
            <a:xfrm>
              <a:off x="4393408" y="3890518"/>
              <a:ext cx="1420902" cy="142090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  <p:grpSp>
          <p:nvGrpSpPr>
            <p:cNvPr id="100" name="Agrupar 99"/>
            <p:cNvGrpSpPr/>
            <p:nvPr/>
          </p:nvGrpSpPr>
          <p:grpSpPr>
            <a:xfrm>
              <a:off x="4635990" y="4103284"/>
              <a:ext cx="963930" cy="995369"/>
              <a:chOff x="5901162" y="5183068"/>
              <a:chExt cx="1593082" cy="1645041"/>
            </a:xfrm>
          </p:grpSpPr>
          <p:sp>
            <p:nvSpPr>
              <p:cNvPr id="101" name="Elipse 100"/>
              <p:cNvSpPr/>
              <p:nvPr/>
            </p:nvSpPr>
            <p:spPr>
              <a:xfrm>
                <a:off x="7241364" y="5452028"/>
                <a:ext cx="252880" cy="24963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02" name="Elipse 101"/>
              <p:cNvSpPr/>
              <p:nvPr/>
            </p:nvSpPr>
            <p:spPr>
              <a:xfrm>
                <a:off x="6586508" y="5183068"/>
                <a:ext cx="252880" cy="24963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03" name="Elipse 102"/>
              <p:cNvSpPr/>
              <p:nvPr/>
            </p:nvSpPr>
            <p:spPr>
              <a:xfrm>
                <a:off x="5901162" y="5452028"/>
                <a:ext cx="252880" cy="24963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04" name="Elipse 103"/>
              <p:cNvSpPr/>
              <p:nvPr/>
            </p:nvSpPr>
            <p:spPr>
              <a:xfrm>
                <a:off x="6584770" y="6578473"/>
                <a:ext cx="252880" cy="24963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grpSp>
            <p:nvGrpSpPr>
              <p:cNvPr id="105" name="Agrupar 104"/>
              <p:cNvGrpSpPr/>
              <p:nvPr/>
            </p:nvGrpSpPr>
            <p:grpSpPr>
              <a:xfrm>
                <a:off x="6336930" y="5562745"/>
                <a:ext cx="791443" cy="849539"/>
                <a:chOff x="8333797" y="4499209"/>
                <a:chExt cx="791443" cy="849539"/>
              </a:xfrm>
            </p:grpSpPr>
            <p:sp>
              <p:nvSpPr>
                <p:cNvPr id="114" name="Elipse 113"/>
                <p:cNvSpPr/>
                <p:nvPr/>
              </p:nvSpPr>
              <p:spPr>
                <a:xfrm>
                  <a:off x="8819865" y="4638455"/>
                  <a:ext cx="114706" cy="113235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15" name="Elipse 114"/>
                <p:cNvSpPr/>
                <p:nvPr/>
              </p:nvSpPr>
              <p:spPr>
                <a:xfrm>
                  <a:off x="8381821" y="4837606"/>
                  <a:ext cx="114706" cy="113235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16" name="Elipse 115"/>
                <p:cNvSpPr/>
                <p:nvPr/>
              </p:nvSpPr>
              <p:spPr>
                <a:xfrm>
                  <a:off x="8708077" y="5091865"/>
                  <a:ext cx="114706" cy="113235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17" name="Elipse 116"/>
                <p:cNvSpPr/>
                <p:nvPr/>
              </p:nvSpPr>
              <p:spPr>
                <a:xfrm>
                  <a:off x="9010534" y="4957298"/>
                  <a:ext cx="114706" cy="113235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18" name="Elipse 117"/>
                <p:cNvSpPr/>
                <p:nvPr/>
              </p:nvSpPr>
              <p:spPr>
                <a:xfrm>
                  <a:off x="8643892" y="5235513"/>
                  <a:ext cx="114706" cy="113235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19" name="Elipse 118"/>
                <p:cNvSpPr/>
                <p:nvPr/>
              </p:nvSpPr>
              <p:spPr>
                <a:xfrm>
                  <a:off x="8492530" y="4600948"/>
                  <a:ext cx="231284" cy="22831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20" name="Elipse 119"/>
                <p:cNvSpPr/>
                <p:nvPr/>
              </p:nvSpPr>
              <p:spPr>
                <a:xfrm>
                  <a:off x="8639773" y="4823058"/>
                  <a:ext cx="231284" cy="22831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21" name="Elipse 120"/>
                <p:cNvSpPr/>
                <p:nvPr/>
              </p:nvSpPr>
              <p:spPr>
                <a:xfrm>
                  <a:off x="8394383" y="5008442"/>
                  <a:ext cx="231284" cy="228318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22" name="Elipse 121"/>
                <p:cNvSpPr/>
                <p:nvPr/>
              </p:nvSpPr>
              <p:spPr>
                <a:xfrm>
                  <a:off x="8955700" y="5238534"/>
                  <a:ext cx="62325" cy="61526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23" name="Elipse 122"/>
                <p:cNvSpPr/>
                <p:nvPr/>
              </p:nvSpPr>
              <p:spPr>
                <a:xfrm>
                  <a:off x="8734267" y="4546973"/>
                  <a:ext cx="62325" cy="61526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24" name="Elipse 123"/>
                <p:cNvSpPr/>
                <p:nvPr/>
              </p:nvSpPr>
              <p:spPr>
                <a:xfrm>
                  <a:off x="8958976" y="4783522"/>
                  <a:ext cx="62325" cy="61526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25" name="Elipse 124"/>
                <p:cNvSpPr/>
                <p:nvPr/>
              </p:nvSpPr>
              <p:spPr>
                <a:xfrm>
                  <a:off x="8333797" y="4622427"/>
                  <a:ext cx="114706" cy="113235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  <p:sp>
              <p:nvSpPr>
                <p:cNvPr id="126" name="Elipse 125"/>
                <p:cNvSpPr/>
                <p:nvPr/>
              </p:nvSpPr>
              <p:spPr>
                <a:xfrm>
                  <a:off x="8473201" y="4499209"/>
                  <a:ext cx="62325" cy="61526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5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Ancizar Sans" charset="0"/>
                    <a:ea typeface="Ancizar Sans" charset="0"/>
                    <a:cs typeface="Ancizar Sans" charset="0"/>
                  </a:endParaRPr>
                </a:p>
              </p:txBody>
            </p:sp>
          </p:grpSp>
          <p:cxnSp>
            <p:nvCxnSpPr>
              <p:cNvPr id="106" name="Conector recto 105"/>
              <p:cNvCxnSpPr/>
              <p:nvPr/>
            </p:nvCxnSpPr>
            <p:spPr>
              <a:xfrm flipH="1">
                <a:off x="6117009" y="5307886"/>
                <a:ext cx="469499" cy="1807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Conector recto 106"/>
              <p:cNvCxnSpPr/>
              <p:nvPr/>
            </p:nvCxnSpPr>
            <p:spPr>
              <a:xfrm flipH="1" flipV="1">
                <a:off x="6839388" y="5307886"/>
                <a:ext cx="439009" cy="1807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Elipse 107"/>
              <p:cNvSpPr/>
              <p:nvPr/>
            </p:nvSpPr>
            <p:spPr>
              <a:xfrm>
                <a:off x="5966027" y="6140009"/>
                <a:ext cx="252880" cy="24963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09" name="Elipse 108"/>
              <p:cNvSpPr/>
              <p:nvPr/>
            </p:nvSpPr>
            <p:spPr>
              <a:xfrm>
                <a:off x="7197925" y="6149015"/>
                <a:ext cx="252880" cy="24963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110" name="Conector recto 109"/>
              <p:cNvCxnSpPr/>
              <p:nvPr/>
            </p:nvCxnSpPr>
            <p:spPr>
              <a:xfrm>
                <a:off x="6027602" y="5701664"/>
                <a:ext cx="64865" cy="43834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Conector recto 110"/>
              <p:cNvCxnSpPr/>
              <p:nvPr/>
            </p:nvCxnSpPr>
            <p:spPr>
              <a:xfrm flipH="1">
                <a:off x="7324365" y="5701664"/>
                <a:ext cx="43439" cy="44735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Conector recto 111"/>
              <p:cNvCxnSpPr/>
              <p:nvPr/>
            </p:nvCxnSpPr>
            <p:spPr>
              <a:xfrm>
                <a:off x="6181874" y="6353087"/>
                <a:ext cx="402896" cy="35020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Conector recto 112"/>
              <p:cNvCxnSpPr/>
              <p:nvPr/>
            </p:nvCxnSpPr>
            <p:spPr>
              <a:xfrm flipH="1">
                <a:off x="6837650" y="6362093"/>
                <a:ext cx="397308" cy="34119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7" name="Agrupar 126"/>
          <p:cNvGrpSpPr/>
          <p:nvPr/>
        </p:nvGrpSpPr>
        <p:grpSpPr>
          <a:xfrm>
            <a:off x="598201" y="4690981"/>
            <a:ext cx="1065677" cy="1065677"/>
            <a:chOff x="5441834" y="4819631"/>
            <a:chExt cx="1420902" cy="1420902"/>
          </a:xfrm>
        </p:grpSpPr>
        <p:sp>
          <p:nvSpPr>
            <p:cNvPr id="128" name="Elipse 127"/>
            <p:cNvSpPr/>
            <p:nvPr/>
          </p:nvSpPr>
          <p:spPr>
            <a:xfrm>
              <a:off x="5495651" y="4871980"/>
              <a:ext cx="1316203" cy="1316203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5441834" y="4819631"/>
              <a:ext cx="1420902" cy="142090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  <p:grpSp>
          <p:nvGrpSpPr>
            <p:cNvPr id="130" name="Agrupar 129"/>
            <p:cNvGrpSpPr/>
            <p:nvPr/>
          </p:nvGrpSpPr>
          <p:grpSpPr>
            <a:xfrm>
              <a:off x="5772730" y="5272210"/>
              <a:ext cx="741847" cy="563700"/>
              <a:chOff x="5550388" y="5545514"/>
              <a:chExt cx="1166275" cy="886206"/>
            </a:xfrm>
          </p:grpSpPr>
          <p:sp>
            <p:nvSpPr>
              <p:cNvPr id="131" name="Elipse 130"/>
              <p:cNvSpPr/>
              <p:nvPr/>
            </p:nvSpPr>
            <p:spPr>
              <a:xfrm>
                <a:off x="6234720" y="5583696"/>
                <a:ext cx="126673" cy="12504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32" name="Elipse 131"/>
              <p:cNvSpPr/>
              <p:nvPr/>
            </p:nvSpPr>
            <p:spPr>
              <a:xfrm>
                <a:off x="5866589" y="5545514"/>
                <a:ext cx="204318" cy="20169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33" name="Elipse 132"/>
              <p:cNvSpPr/>
              <p:nvPr/>
            </p:nvSpPr>
            <p:spPr>
              <a:xfrm>
                <a:off x="6571159" y="6230839"/>
                <a:ext cx="101332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34" name="Elipse 133"/>
              <p:cNvSpPr/>
              <p:nvPr/>
            </p:nvSpPr>
            <p:spPr>
              <a:xfrm>
                <a:off x="5598498" y="5596204"/>
                <a:ext cx="101332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135" name="Conector recto 134"/>
              <p:cNvCxnSpPr/>
              <p:nvPr/>
            </p:nvCxnSpPr>
            <p:spPr>
              <a:xfrm flipH="1" flipV="1">
                <a:off x="5968748" y="5747211"/>
                <a:ext cx="5522" cy="42515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36" name="Conector recto 135"/>
              <p:cNvCxnSpPr/>
              <p:nvPr/>
            </p:nvCxnSpPr>
            <p:spPr>
              <a:xfrm>
                <a:off x="5699830" y="5646220"/>
                <a:ext cx="166759" cy="1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37" name="Conector recto 136"/>
              <p:cNvCxnSpPr/>
              <p:nvPr/>
            </p:nvCxnSpPr>
            <p:spPr>
              <a:xfrm flipV="1">
                <a:off x="6298057" y="5708744"/>
                <a:ext cx="0" cy="16438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38" name="Conector recto 137"/>
              <p:cNvCxnSpPr/>
              <p:nvPr/>
            </p:nvCxnSpPr>
            <p:spPr>
              <a:xfrm>
                <a:off x="6361393" y="5935657"/>
                <a:ext cx="150952" cy="4833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9" name="Elipse 138"/>
              <p:cNvSpPr/>
              <p:nvPr/>
            </p:nvSpPr>
            <p:spPr>
              <a:xfrm>
                <a:off x="5911355" y="6172364"/>
                <a:ext cx="125829" cy="12421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40" name="Elipse 139"/>
              <p:cNvSpPr/>
              <p:nvPr/>
            </p:nvSpPr>
            <p:spPr>
              <a:xfrm>
                <a:off x="6234720" y="5873133"/>
                <a:ext cx="126673" cy="12504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141" name="Conector recto 140"/>
              <p:cNvCxnSpPr/>
              <p:nvPr/>
            </p:nvCxnSpPr>
            <p:spPr>
              <a:xfrm flipH="1" flipV="1">
                <a:off x="5649164" y="5696236"/>
                <a:ext cx="3383" cy="43375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42" name="Elipse 141"/>
              <p:cNvSpPr/>
              <p:nvPr/>
            </p:nvSpPr>
            <p:spPr>
              <a:xfrm>
                <a:off x="5550388" y="6129991"/>
                <a:ext cx="204318" cy="20169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43" name="Elipse 142"/>
              <p:cNvSpPr/>
              <p:nvPr/>
            </p:nvSpPr>
            <p:spPr>
              <a:xfrm>
                <a:off x="5860689" y="6331688"/>
                <a:ext cx="101332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144" name="Conector recto 143"/>
              <p:cNvCxnSpPr/>
              <p:nvPr/>
            </p:nvCxnSpPr>
            <p:spPr>
              <a:xfrm flipV="1">
                <a:off x="5736961" y="6236693"/>
                <a:ext cx="154924" cy="38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5" name="Conector recto 144"/>
              <p:cNvCxnSpPr/>
              <p:nvPr/>
            </p:nvCxnSpPr>
            <p:spPr>
              <a:xfrm flipH="1" flipV="1">
                <a:off x="5754706" y="6230840"/>
                <a:ext cx="120823" cy="11549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46" name="Elipse 145"/>
              <p:cNvSpPr/>
              <p:nvPr/>
            </p:nvSpPr>
            <p:spPr>
              <a:xfrm>
                <a:off x="6516317" y="5583696"/>
                <a:ext cx="126673" cy="12504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47" name="Elipse 146"/>
              <p:cNvSpPr/>
              <p:nvPr/>
            </p:nvSpPr>
            <p:spPr>
              <a:xfrm>
                <a:off x="6512345" y="5883141"/>
                <a:ext cx="204318" cy="20169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148" name="Conector recto 147"/>
              <p:cNvCxnSpPr/>
              <p:nvPr/>
            </p:nvCxnSpPr>
            <p:spPr>
              <a:xfrm>
                <a:off x="6361393" y="5646220"/>
                <a:ext cx="15492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9" name="Conector recto 148"/>
              <p:cNvCxnSpPr/>
              <p:nvPr/>
            </p:nvCxnSpPr>
            <p:spPr>
              <a:xfrm>
                <a:off x="6614504" y="6084838"/>
                <a:ext cx="7321" cy="14600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0" name="Elipse 149"/>
              <p:cNvSpPr/>
              <p:nvPr/>
            </p:nvSpPr>
            <p:spPr>
              <a:xfrm>
                <a:off x="6351707" y="6225797"/>
                <a:ext cx="101332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151" name="Conector recto 150"/>
              <p:cNvCxnSpPr/>
              <p:nvPr/>
            </p:nvCxnSpPr>
            <p:spPr>
              <a:xfrm>
                <a:off x="6453039" y="6275813"/>
                <a:ext cx="118120" cy="504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52" name="Conector recto 151"/>
              <p:cNvCxnSpPr/>
              <p:nvPr/>
            </p:nvCxnSpPr>
            <p:spPr>
              <a:xfrm flipH="1" flipV="1">
                <a:off x="6018757" y="6278388"/>
                <a:ext cx="106828" cy="6151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53" name="Conector recto 152"/>
              <p:cNvCxnSpPr/>
              <p:nvPr/>
            </p:nvCxnSpPr>
            <p:spPr>
              <a:xfrm flipH="1">
                <a:off x="6270059" y="6311180"/>
                <a:ext cx="96488" cy="28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4" name="Elipse 153"/>
              <p:cNvSpPr/>
              <p:nvPr/>
            </p:nvSpPr>
            <p:spPr>
              <a:xfrm>
                <a:off x="6095663" y="6167739"/>
                <a:ext cx="204318" cy="201697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</p:grpSp>
      </p:grpSp>
      <p:grpSp>
        <p:nvGrpSpPr>
          <p:cNvPr id="155" name="Grupo 156"/>
          <p:cNvGrpSpPr/>
          <p:nvPr/>
        </p:nvGrpSpPr>
        <p:grpSpPr>
          <a:xfrm>
            <a:off x="7425182" y="2973617"/>
            <a:ext cx="1065677" cy="1065677"/>
            <a:chOff x="4103174" y="246914"/>
            <a:chExt cx="1420902" cy="1420902"/>
          </a:xfrm>
        </p:grpSpPr>
        <p:sp>
          <p:nvSpPr>
            <p:cNvPr id="156" name="Elipse 155"/>
            <p:cNvSpPr/>
            <p:nvPr/>
          </p:nvSpPr>
          <p:spPr>
            <a:xfrm>
              <a:off x="4150115" y="295403"/>
              <a:ext cx="1316203" cy="1316203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  <p:sp>
          <p:nvSpPr>
            <p:cNvPr id="157" name="Elipse 156"/>
            <p:cNvSpPr/>
            <p:nvPr/>
          </p:nvSpPr>
          <p:spPr>
            <a:xfrm>
              <a:off x="4103174" y="246914"/>
              <a:ext cx="1420902" cy="142090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>
                <a:latin typeface="Ancizar Sans" charset="0"/>
                <a:ea typeface="Ancizar Sans" charset="0"/>
                <a:cs typeface="Ancizar Sans" charset="0"/>
              </a:endParaRPr>
            </a:p>
          </p:txBody>
        </p:sp>
        <p:grpSp>
          <p:nvGrpSpPr>
            <p:cNvPr id="158" name="Grupo 187"/>
            <p:cNvGrpSpPr/>
            <p:nvPr/>
          </p:nvGrpSpPr>
          <p:grpSpPr>
            <a:xfrm>
              <a:off x="4445771" y="474446"/>
              <a:ext cx="814696" cy="906729"/>
              <a:chOff x="5705175" y="1875319"/>
              <a:chExt cx="993334" cy="1105548"/>
            </a:xfrm>
          </p:grpSpPr>
          <p:sp>
            <p:nvSpPr>
              <p:cNvPr id="159" name="Elipse 158"/>
              <p:cNvSpPr/>
              <p:nvPr/>
            </p:nvSpPr>
            <p:spPr>
              <a:xfrm>
                <a:off x="6010920" y="2796763"/>
                <a:ext cx="186496" cy="184104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60" name="Elipse 159"/>
              <p:cNvSpPr/>
              <p:nvPr/>
            </p:nvSpPr>
            <p:spPr>
              <a:xfrm>
                <a:off x="6411342" y="2619530"/>
                <a:ext cx="117420" cy="115914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61" name="Rectángulo redondeado 160"/>
              <p:cNvSpPr/>
              <p:nvPr/>
            </p:nvSpPr>
            <p:spPr>
              <a:xfrm>
                <a:off x="6153894" y="1875319"/>
                <a:ext cx="192254" cy="113093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62" name="Rectángulo redondeado 161"/>
              <p:cNvSpPr/>
              <p:nvPr/>
            </p:nvSpPr>
            <p:spPr>
              <a:xfrm>
                <a:off x="5705175" y="2237480"/>
                <a:ext cx="180134" cy="12699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63" name="Rectángulo redondeado 162"/>
              <p:cNvSpPr/>
              <p:nvPr/>
            </p:nvSpPr>
            <p:spPr>
              <a:xfrm>
                <a:off x="5874674" y="2682844"/>
                <a:ext cx="180019" cy="125094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64" name="Rectángulo redondeado 163"/>
              <p:cNvSpPr/>
              <p:nvPr/>
            </p:nvSpPr>
            <p:spPr>
              <a:xfrm>
                <a:off x="6273681" y="2297421"/>
                <a:ext cx="181596" cy="118351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65" name="Rectángulo redondeado 164"/>
              <p:cNvSpPr/>
              <p:nvPr/>
            </p:nvSpPr>
            <p:spPr>
              <a:xfrm>
                <a:off x="6497900" y="2513822"/>
                <a:ext cx="200609" cy="118361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66" name="Elipse 165"/>
              <p:cNvSpPr/>
              <p:nvPr/>
            </p:nvSpPr>
            <p:spPr>
              <a:xfrm>
                <a:off x="6120084" y="2391255"/>
                <a:ext cx="186496" cy="184104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sp>
            <p:nvSpPr>
              <p:cNvPr id="167" name="Elipse 166"/>
              <p:cNvSpPr/>
              <p:nvPr/>
            </p:nvSpPr>
            <p:spPr>
              <a:xfrm>
                <a:off x="5879255" y="2327051"/>
                <a:ext cx="119722" cy="13438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168" name="Conector recto 167"/>
              <p:cNvCxnSpPr/>
              <p:nvPr/>
            </p:nvCxnSpPr>
            <p:spPr>
              <a:xfrm flipV="1">
                <a:off x="6104168" y="2575359"/>
                <a:ext cx="109164" cy="2214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69" name="Conector recto 168"/>
              <p:cNvCxnSpPr/>
              <p:nvPr/>
            </p:nvCxnSpPr>
            <p:spPr>
              <a:xfrm>
                <a:off x="5998977" y="2394246"/>
                <a:ext cx="148419" cy="2397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70" name="Conector recto 169"/>
              <p:cNvCxnSpPr/>
              <p:nvPr/>
            </p:nvCxnSpPr>
            <p:spPr>
              <a:xfrm flipH="1" flipV="1">
                <a:off x="6279268" y="2548398"/>
                <a:ext cx="190784" cy="711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71" name="Elipse 170"/>
              <p:cNvSpPr/>
              <p:nvPr/>
            </p:nvSpPr>
            <p:spPr>
              <a:xfrm>
                <a:off x="5977888" y="1956977"/>
                <a:ext cx="233135" cy="230145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atin typeface="Ancizar Sans" charset="0"/>
                  <a:ea typeface="Ancizar Sans" charset="0"/>
                  <a:cs typeface="Ancizar Sans" charset="0"/>
                </a:endParaRPr>
              </a:p>
            </p:txBody>
          </p:sp>
          <p:cxnSp>
            <p:nvCxnSpPr>
              <p:cNvPr id="172" name="Conector recto 171"/>
              <p:cNvCxnSpPr/>
              <p:nvPr/>
            </p:nvCxnSpPr>
            <p:spPr>
              <a:xfrm flipH="1" flipV="1">
                <a:off x="6094456" y="2187122"/>
                <a:ext cx="118876" cy="2041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173" name="Elipse 172"/>
          <p:cNvSpPr/>
          <p:nvPr/>
        </p:nvSpPr>
        <p:spPr>
          <a:xfrm>
            <a:off x="1124476" y="5348349"/>
            <a:ext cx="52054" cy="513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sz="1350">
              <a:latin typeface="Ancizar Sans" charset="0"/>
              <a:ea typeface="Ancizar Sans" charset="0"/>
              <a:cs typeface="Ancizar Sans" charset="0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1671266" y="3416285"/>
            <a:ext cx="172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>
                <a:latin typeface="Ancizar Sans" charset="0"/>
                <a:ea typeface="Ancizar Sans" charset="0"/>
                <a:cs typeface="Ancizar Sans" charset="0"/>
              </a:rPr>
              <a:t>Red Ad hoc</a:t>
            </a:r>
            <a:endParaRPr lang="es-ES_tradnl" dirty="0">
              <a:latin typeface="Ancizar Sans" charset="0"/>
              <a:ea typeface="Ancizar Sans" charset="0"/>
              <a:cs typeface="Ancizar Sans" charset="0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5233792" y="3345415"/>
            <a:ext cx="172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>
                <a:latin typeface="Ancizar Sans" charset="0"/>
                <a:ea typeface="Ancizar Sans" charset="0"/>
                <a:cs typeface="Ancizar Sans" charset="0"/>
              </a:rPr>
              <a:t>Contenedores</a:t>
            </a:r>
            <a:endParaRPr lang="es-ES_tradnl" dirty="0">
              <a:latin typeface="Ancizar Sans" charset="0"/>
              <a:ea typeface="Ancizar Sans" charset="0"/>
              <a:cs typeface="Ancizar Sans" charset="0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8880353" y="3273300"/>
            <a:ext cx="1721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>
                <a:latin typeface="Ancizar Sans" charset="0"/>
                <a:ea typeface="Ancizar Sans" charset="0"/>
                <a:cs typeface="Ancizar Sans" charset="0"/>
              </a:rPr>
              <a:t>Aplicaciones Distribuidas</a:t>
            </a:r>
            <a:endParaRPr lang="es-ES_tradnl" dirty="0">
              <a:latin typeface="Ancizar Sans" charset="0"/>
              <a:ea typeface="Ancizar Sans" charset="0"/>
              <a:cs typeface="Ancizar Sans" charset="0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1865426" y="5063300"/>
            <a:ext cx="1721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>
                <a:latin typeface="Ancizar Sans" charset="0"/>
                <a:ea typeface="Ancizar Sans" charset="0"/>
                <a:cs typeface="Ancizar Sans" charset="0"/>
              </a:rPr>
              <a:t>Calidad de Servicio</a:t>
            </a:r>
            <a:endParaRPr lang="es-ES_tradnl" dirty="0">
              <a:latin typeface="Ancizar Sans" charset="0"/>
              <a:ea typeface="Ancizar Sans" charset="0"/>
              <a:cs typeface="Ancizar Sans" charset="0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5226337" y="5114504"/>
            <a:ext cx="172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>
                <a:latin typeface="Ancizar Sans" charset="0"/>
                <a:ea typeface="Ancizar Sans" charset="0"/>
                <a:cs typeface="Ancizar Sans" charset="0"/>
              </a:rPr>
              <a:t>Seguridad</a:t>
            </a:r>
            <a:endParaRPr lang="es-ES_tradnl" dirty="0">
              <a:latin typeface="Ancizar Sans" charset="0"/>
              <a:ea typeface="Ancizar Sans" charset="0"/>
              <a:cs typeface="Ancizar Sans" charset="0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8981833" y="5114504"/>
            <a:ext cx="172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>
                <a:latin typeface="Ancizar Sans" charset="0"/>
                <a:ea typeface="Ancizar Sans" charset="0"/>
                <a:cs typeface="Ancizar Sans" charset="0"/>
              </a:rPr>
              <a:t>Network Coding</a:t>
            </a:r>
            <a:endParaRPr lang="es-ES_tradnl" dirty="0">
              <a:latin typeface="Ancizar Sans" charset="0"/>
              <a:ea typeface="Ancizar Sans" charset="0"/>
              <a:cs typeface="Ancizar Sans" charset="0"/>
            </a:endParaRPr>
          </a:p>
        </p:txBody>
      </p:sp>
      <p:grpSp>
        <p:nvGrpSpPr>
          <p:cNvPr id="180" name="Agrupar 179"/>
          <p:cNvGrpSpPr/>
          <p:nvPr/>
        </p:nvGrpSpPr>
        <p:grpSpPr>
          <a:xfrm>
            <a:off x="4010378" y="1327434"/>
            <a:ext cx="1065677" cy="1065677"/>
            <a:chOff x="7337090" y="4841228"/>
            <a:chExt cx="1420902" cy="1420902"/>
          </a:xfrm>
        </p:grpSpPr>
        <p:grpSp>
          <p:nvGrpSpPr>
            <p:cNvPr id="181" name="Agrupar 180"/>
            <p:cNvGrpSpPr/>
            <p:nvPr/>
          </p:nvGrpSpPr>
          <p:grpSpPr>
            <a:xfrm>
              <a:off x="7606023" y="5270010"/>
              <a:ext cx="893698" cy="504989"/>
              <a:chOff x="7606023" y="4953487"/>
              <a:chExt cx="893698" cy="504989"/>
            </a:xfrm>
          </p:grpSpPr>
          <p:sp>
            <p:nvSpPr>
              <p:cNvPr id="184" name="Lágrima 183"/>
              <p:cNvSpPr/>
              <p:nvPr/>
            </p:nvSpPr>
            <p:spPr>
              <a:xfrm rot="19154250">
                <a:off x="7606023" y="5176326"/>
                <a:ext cx="130812" cy="104646"/>
              </a:xfrm>
              <a:prstGeom prst="teardrop">
                <a:avLst>
                  <a:gd name="adj" fmla="val 0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185" name="Lágrima 184"/>
              <p:cNvSpPr/>
              <p:nvPr/>
            </p:nvSpPr>
            <p:spPr>
              <a:xfrm rot="19154250">
                <a:off x="8368909" y="5172268"/>
                <a:ext cx="130812" cy="104646"/>
              </a:xfrm>
              <a:prstGeom prst="teardrop">
                <a:avLst>
                  <a:gd name="adj" fmla="val 0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186" name="Elipse 185"/>
              <p:cNvSpPr/>
              <p:nvPr/>
            </p:nvSpPr>
            <p:spPr>
              <a:xfrm>
                <a:off x="8234849" y="5082676"/>
                <a:ext cx="126673" cy="125048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7" name="Elipse 186"/>
              <p:cNvSpPr/>
              <p:nvPr/>
            </p:nvSpPr>
            <p:spPr>
              <a:xfrm>
                <a:off x="7946447" y="4953487"/>
                <a:ext cx="204318" cy="20169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8" name="Elipse 187"/>
              <p:cNvSpPr/>
              <p:nvPr/>
            </p:nvSpPr>
            <p:spPr>
              <a:xfrm>
                <a:off x="7740484" y="5082676"/>
                <a:ext cx="126673" cy="125048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9" name="Lágrima 188"/>
              <p:cNvSpPr/>
              <p:nvPr/>
            </p:nvSpPr>
            <p:spPr>
              <a:xfrm rot="19154250">
                <a:off x="7693001" y="5181927"/>
                <a:ext cx="221640" cy="197976"/>
              </a:xfrm>
              <a:prstGeom prst="teardrop">
                <a:avLst>
                  <a:gd name="adj" fmla="val 0"/>
                </a:avLst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190" name="Lágrima 189"/>
              <p:cNvSpPr/>
              <p:nvPr/>
            </p:nvSpPr>
            <p:spPr>
              <a:xfrm rot="19154250">
                <a:off x="8177250" y="5178358"/>
                <a:ext cx="221640" cy="197976"/>
              </a:xfrm>
              <a:prstGeom prst="teardrop">
                <a:avLst>
                  <a:gd name="adj" fmla="val 0"/>
                </a:avLst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191" name="Lágrima 190"/>
              <p:cNvSpPr/>
              <p:nvPr/>
            </p:nvSpPr>
            <p:spPr>
              <a:xfrm rot="19154250">
                <a:off x="7854247" y="5115764"/>
                <a:ext cx="387550" cy="342712"/>
              </a:xfrm>
              <a:prstGeom prst="teardrop">
                <a:avLst>
                  <a:gd name="adj" fmla="val 0"/>
                </a:avLst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  <p:sp>
            <p:nvSpPr>
              <p:cNvPr id="192" name="Elipse 191"/>
              <p:cNvSpPr/>
              <p:nvPr/>
            </p:nvSpPr>
            <p:spPr>
              <a:xfrm>
                <a:off x="8402415" y="5105127"/>
                <a:ext cx="63800" cy="62981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3" name="Elipse 192"/>
              <p:cNvSpPr/>
              <p:nvPr/>
            </p:nvSpPr>
            <p:spPr>
              <a:xfrm>
                <a:off x="7642922" y="5105127"/>
                <a:ext cx="63800" cy="62981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82" name="Elipse 181"/>
            <p:cNvSpPr/>
            <p:nvPr/>
          </p:nvSpPr>
          <p:spPr>
            <a:xfrm>
              <a:off x="7337090" y="4841228"/>
              <a:ext cx="1420902" cy="142090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/>
            </a:p>
          </p:txBody>
        </p:sp>
        <p:sp>
          <p:nvSpPr>
            <p:cNvPr id="183" name="Elipse 182"/>
            <p:cNvSpPr/>
            <p:nvPr/>
          </p:nvSpPr>
          <p:spPr>
            <a:xfrm>
              <a:off x="7397898" y="4893577"/>
              <a:ext cx="1316203" cy="1316203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/>
            </a:p>
          </p:txBody>
        </p:sp>
      </p:grpSp>
      <p:grpSp>
        <p:nvGrpSpPr>
          <p:cNvPr id="194" name="Agrupar 193"/>
          <p:cNvGrpSpPr/>
          <p:nvPr/>
        </p:nvGrpSpPr>
        <p:grpSpPr>
          <a:xfrm>
            <a:off x="380636" y="1500608"/>
            <a:ext cx="1065677" cy="1065677"/>
            <a:chOff x="732998" y="1418324"/>
            <a:chExt cx="1420902" cy="1420902"/>
          </a:xfrm>
        </p:grpSpPr>
        <p:sp>
          <p:nvSpPr>
            <p:cNvPr id="195" name="Elipse 194"/>
            <p:cNvSpPr/>
            <p:nvPr/>
          </p:nvSpPr>
          <p:spPr>
            <a:xfrm>
              <a:off x="732998" y="1418324"/>
              <a:ext cx="1420902" cy="1420902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/>
            </a:p>
          </p:txBody>
        </p:sp>
        <p:sp>
          <p:nvSpPr>
            <p:cNvPr id="196" name="Elipse 195"/>
            <p:cNvSpPr/>
            <p:nvPr/>
          </p:nvSpPr>
          <p:spPr>
            <a:xfrm>
              <a:off x="785348" y="1470674"/>
              <a:ext cx="1316203" cy="1316203"/>
            </a:xfrm>
            <a:prstGeom prst="ellipse">
              <a:avLst/>
            </a:prstGeom>
            <a:solidFill>
              <a:schemeClr val="lt1">
                <a:alpha val="0"/>
              </a:schemeClr>
            </a:solidFill>
            <a:ln w="571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350"/>
            </a:p>
          </p:txBody>
        </p:sp>
        <p:grpSp>
          <p:nvGrpSpPr>
            <p:cNvPr id="197" name="Agrupar 196"/>
            <p:cNvGrpSpPr/>
            <p:nvPr/>
          </p:nvGrpSpPr>
          <p:grpSpPr>
            <a:xfrm>
              <a:off x="1026573" y="1719741"/>
              <a:ext cx="951478" cy="803149"/>
              <a:chOff x="154810" y="2730314"/>
              <a:chExt cx="951478" cy="803149"/>
            </a:xfrm>
          </p:grpSpPr>
          <p:sp>
            <p:nvSpPr>
              <p:cNvPr id="198" name="Elipse 197"/>
              <p:cNvSpPr/>
              <p:nvPr/>
            </p:nvSpPr>
            <p:spPr>
              <a:xfrm>
                <a:off x="714325" y="2768496"/>
                <a:ext cx="111401" cy="12504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9" name="Elipse 198"/>
              <p:cNvSpPr/>
              <p:nvPr/>
            </p:nvSpPr>
            <p:spPr>
              <a:xfrm>
                <a:off x="390578" y="2730314"/>
                <a:ext cx="179684" cy="20169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0" name="Elipse 199"/>
              <p:cNvSpPr/>
              <p:nvPr/>
            </p:nvSpPr>
            <p:spPr>
              <a:xfrm>
                <a:off x="1017173" y="3273006"/>
                <a:ext cx="89115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1" name="Elipse 200"/>
              <p:cNvSpPr/>
              <p:nvPr/>
            </p:nvSpPr>
            <p:spPr>
              <a:xfrm>
                <a:off x="154810" y="2781004"/>
                <a:ext cx="89115" cy="10003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202" name="Conector recto 201"/>
              <p:cNvCxnSpPr/>
              <p:nvPr/>
            </p:nvCxnSpPr>
            <p:spPr>
              <a:xfrm flipV="1">
                <a:off x="478525" y="2932011"/>
                <a:ext cx="1895" cy="39975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3" name="Conector recto 202"/>
              <p:cNvCxnSpPr/>
              <p:nvPr/>
            </p:nvCxnSpPr>
            <p:spPr>
              <a:xfrm>
                <a:off x="243925" y="2831020"/>
                <a:ext cx="146654" cy="1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4" name="Conector recto 203"/>
              <p:cNvCxnSpPr/>
              <p:nvPr/>
            </p:nvCxnSpPr>
            <p:spPr>
              <a:xfrm flipV="1">
                <a:off x="760952" y="2893544"/>
                <a:ext cx="0" cy="50375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05" name="Elipse 204"/>
              <p:cNvSpPr/>
              <p:nvPr/>
            </p:nvSpPr>
            <p:spPr>
              <a:xfrm>
                <a:off x="388683" y="3331766"/>
                <a:ext cx="179684" cy="20169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6" name="Elipse 205"/>
              <p:cNvSpPr/>
              <p:nvPr/>
            </p:nvSpPr>
            <p:spPr>
              <a:xfrm>
                <a:off x="714325" y="3397297"/>
                <a:ext cx="111401" cy="12504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5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207" name="Conector recto 206"/>
              <p:cNvCxnSpPr/>
              <p:nvPr/>
            </p:nvCxnSpPr>
            <p:spPr>
              <a:xfrm flipV="1">
                <a:off x="570263" y="2831020"/>
                <a:ext cx="144063" cy="1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08" name="Arco 207"/>
              <p:cNvSpPr/>
              <p:nvPr/>
            </p:nvSpPr>
            <p:spPr>
              <a:xfrm rot="6140471">
                <a:off x="650227" y="3050946"/>
                <a:ext cx="422388" cy="431289"/>
              </a:xfrm>
              <a:prstGeom prst="arc">
                <a:avLst>
                  <a:gd name="adj1" fmla="val 17215529"/>
                  <a:gd name="adj2" fmla="val 21423004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73405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12</Words>
  <Application>Microsoft Macintosh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Ancizar Sans</vt:lpstr>
      <vt:lpstr>Calibri</vt:lpstr>
      <vt:lpstr>Calibri Light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Usuario de Microsoft Office</cp:lastModifiedBy>
  <cp:revision>8</cp:revision>
  <dcterms:created xsi:type="dcterms:W3CDTF">2017-03-22T02:49:38Z</dcterms:created>
  <dcterms:modified xsi:type="dcterms:W3CDTF">2017-05-16T13:20:12Z</dcterms:modified>
</cp:coreProperties>
</file>